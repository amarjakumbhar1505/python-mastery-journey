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verpass-regular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5efba9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5efba9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5efba9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5efba9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5efba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5efba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efba95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5efba9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efba9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efba9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5efba95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5efba95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efba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efba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efba95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5efba95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5efba9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5efba9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efba9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5efba9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5efba9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5efba9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efba9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efba9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Object Oriented Programming (OOP) allows programmers to create their own objects that have methods and attributes.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after defining a string,list, dictionary, or other objects, you were able to call methods off of them with the .method_name()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methods act as functions that use information about the object, as well as the object itself to return results, or change the current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this includes appending to a list, or counting the occurences of an element in a tuple.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allows users to create their own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format is often confusing when first encountered, and its usefulness may not be completely clear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OOP allows us to create code that is repeatable and 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much larger scripts of Python code, functions by themselves aren’t enough for organization and repeatability.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Commonly repeated tasks and objects can be defined with OOP to create code that is more usable.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417725" y="1022700"/>
            <a:ext cx="37551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08600" y="1801825"/>
            <a:ext cx="57996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2612975" y="293842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2185150" y="3701325"/>
            <a:ext cx="40128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3591225" y="461387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Object Oriented Programming in more detail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36443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