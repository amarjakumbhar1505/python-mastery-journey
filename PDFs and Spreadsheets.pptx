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Montserra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Montserrat-regular.fntdata"/><Relationship Id="rId21" Type="http://schemas.openxmlformats.org/officeDocument/2006/relationships/slide" Target="slides/slide17.xml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87c152e11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87c152e1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923f445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923f445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8923f4454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8923f4454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8923f4454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8923f4454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8923f4454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8923f4454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8923f4454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8923f4454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8923f4454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8923f4454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8923f4454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8923f4454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8923f4454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8923f4454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8923f4454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8923f4454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8923f4454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8923f4454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923f44546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923f4454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8923f44546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8923f44546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8923f44546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8923f4454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8923f44546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8923f44546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8923f44546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8923f44546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PDFs and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Spreadsheets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has the ability to work with PDF files and spreadsheet files.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 we will explore libraries that allow us to interact with these files.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Note: We highly recommend you work in the same location as the lecture notebooks, since we will be referencing many files in that location.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Working with CSV Files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0" name="Google Shape;70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CSV stands for comma separated variables and is a very common output for spreadsheet programs.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Name, Hours, Rate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David,   20,    15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Claire,   40,    20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" name="Google Shape;78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Note, that while its possible to export excel files and Google Spreadsheets to .csv files, it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only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exports the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Things like formulas, images, and macros can not be within a .csv file.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Simply put, a .csv file only contains the raw data from the spreadsheet.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" name="Google Shape;86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work with the built-in csv module for Python, which will allow us to grab columns, rows, and values from a .csv file as well as write to a .csv file.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in mind, this is a very popular space for outside libraries, which you may want to explore.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4" name="Google Shape;94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Other libraries to consider: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Full data analysis library, can work with almost any tabular data type.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Runs visualizations and analysis.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One of my personal favorites, we teach it in various data science courses.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2" name="Google Shape;102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Other libraries to consider: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Openpyxl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Designed specifically for Excel files.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Retains a lot of Excel specific functionality.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Supports Excel formulas.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ython-excel.org tracks various other Excel based Python libraries.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0" name="Google Shape;110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Other libraries to consider: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Google Sheets Python API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Direct Python interface for working with Google Spreadsheets.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Allows you to directly make changes to the spreadsheets hosted online.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More complex syntax, but available in many programming languages.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8" name="Google Shape;118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common factor between all of these spreadsheet programs is that they can always export to .csv.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Python’s built-in capabilities with the csv module!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6" name="Google Shape;126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7" name="Google Shape;127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Working with PDF Files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3" name="Google Shape;133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4" name="Google Shape;134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PDF stands for Portable Document Format and was developed by Adobe in the 1990s.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most important thing to keep in mind is that while PDFs share the same extension and can be viewed in PDF readers, many PDFs are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readable through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1" name="Google Shape;141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2" name="Google Shape;142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Since PDFs mainly encapsulate and display a fixed-layout flat document, there is no machine readable standard format, unlike CSV files.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means that a PDF that was simply scanned is highly unlikely to be readable.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9" name="Google Shape;149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0" name="Google Shape;150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Additions to PDFs such as images, tables, format adjustments can also render a PDF unreadable by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many paid PDF programs that can read and extract from these files, but we will use the open-source and free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PyPDF2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library.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7" name="Google Shape;157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8" name="Google Shape;158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made sure that the PDF files included in this course material are readable by PyPDF2.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nfortunately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we can’t offer assistance for you own personal PDF files if they are not readable by PyPDF2.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5" name="Google Shape;165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6" name="Google Shape;166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working with PDF files in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Remember you will first need to install PyPDF2 at your command line: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ip install PyPDF2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3" name="Google Shape;173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4" name="Google Shape;174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ctrTitle"/>
          </p:nvPr>
        </p:nvSpPr>
        <p:spPr>
          <a:xfrm>
            <a:off x="0" y="1545450"/>
            <a:ext cx="91440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PDF and CSV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Puzzle Exercise Solution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0" name="Google Shape;180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1" name="Google Shape;181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