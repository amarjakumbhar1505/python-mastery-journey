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6858000" cy="9144000"/>
  <p:embeddedFontLst>
    <p:embeddedFont>
      <p:font typeface="Montserrat"/>
      <p:regular r:id="rId17"/>
      <p:bold r:id="rId18"/>
      <p:italic r:id="rId19"/>
      <p:boldItalic r:id="rId20"/>
    </p:embeddedFont>
    <p:embeddedFont>
      <p:font typeface="Source Code Pro"/>
      <p:regular r:id="rId21"/>
      <p:bold r:id="rId22"/>
      <p:italic r:id="rId23"/>
      <p:boldItalic r:id="rId24"/>
    </p:embeddedFont>
    <p:embeddedFont>
      <p:font typeface="Overpas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22" Type="http://schemas.openxmlformats.org/officeDocument/2006/relationships/font" Target="fonts/SourceCodePro-bold.fntdata"/><Relationship Id="rId21" Type="http://schemas.openxmlformats.org/officeDocument/2006/relationships/font" Target="fonts/SourceCodePro-regular.fntdata"/><Relationship Id="rId24" Type="http://schemas.openxmlformats.org/officeDocument/2006/relationships/font" Target="fonts/SourceCodePro-boldItalic.fntdata"/><Relationship Id="rId23" Type="http://schemas.openxmlformats.org/officeDocument/2006/relationships/font" Target="fonts/SourceCodePro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Overpass-bold.fntdata"/><Relationship Id="rId25" Type="http://schemas.openxmlformats.org/officeDocument/2006/relationships/font" Target="fonts/Overpass-regular.fntdata"/><Relationship Id="rId28" Type="http://schemas.openxmlformats.org/officeDocument/2006/relationships/font" Target="fonts/Overpass-boldItalic.fntdata"/><Relationship Id="rId27" Type="http://schemas.openxmlformats.org/officeDocument/2006/relationships/font" Target="fonts/Overpass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Montserrat-regular.fntdata"/><Relationship Id="rId16" Type="http://schemas.openxmlformats.org/officeDocument/2006/relationships/slide" Target="slides/slide12.xml"/><Relationship Id="rId19" Type="http://schemas.openxmlformats.org/officeDocument/2006/relationships/font" Target="fonts/Montserrat-italic.fntdata"/><Relationship Id="rId18" Type="http://schemas.openxmlformats.org/officeDocument/2006/relationships/font" Target="fonts/Montserra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586a91ea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586a91ea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42ea89f5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42ea89f5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42ea89f5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42ea89f5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42ea89f58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42ea89f5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42ea89f58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42ea89f58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42ea89f58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42ea89f58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42ea89f58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42ea89f58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42ea89f58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42ea89f58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42ea89f58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42ea89f58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42ea89f58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42ea89f58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42ea89f58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42ea89f58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now discuss a more advanced Python topic: Decorators.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Decorators allow you to “decorate” a function, let’s discuss what that word means in this context.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" name="Google Shape;65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Imagine you created a function: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38761D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def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99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simple_func():</a:t>
            </a:r>
            <a:endParaRPr sz="2900">
              <a:solidFill>
                <a:srgbClr val="99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#: 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Do simple stuff</a:t>
            </a:r>
            <a:endParaRPr sz="2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return something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3" name="Google Shape;73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Now you want to add some new capabilities to the function:</a:t>
            </a:r>
            <a:endParaRPr sz="2900">
              <a:solidFill>
                <a:srgbClr val="38761D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def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99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simple_func():</a:t>
            </a:r>
            <a:endParaRPr sz="2900">
              <a:solidFill>
                <a:srgbClr val="99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99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</a:t>
            </a:r>
            <a:r>
              <a:rPr lang="en" sz="2900">
                <a:solidFill>
                  <a:srgbClr val="1155C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Want to do more stuff!</a:t>
            </a:r>
            <a:endParaRPr sz="2900">
              <a:solidFill>
                <a:srgbClr val="1155CC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#: 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Do simple stuff</a:t>
            </a:r>
            <a:endParaRPr sz="2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return something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1" name="Google Shape;81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now have two options: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Add that extra code (functionality) to your old function.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 a brand new function that contains the old code, and then add new code to that.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8" name="Google Shape;88;p1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9" name="Google Shape;89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But what if you then want to remove that extra “functionality”.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would need to delete it manually, or make sure to have the old function.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Is there a better way? Maybe an on/off switch to quickly add this functionality?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6" name="Google Shape;96;p1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7" name="Google Shape;97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Python has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that allow you to tack on extra functionality to an already existing function.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They use 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@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operator and are then placed on top of the original function.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4" name="Google Shape;104;p1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5" name="Google Shape;105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Now you can easily add on extra functionality with a decorator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			</a:t>
            </a:r>
            <a:r>
              <a:rPr lang="en" sz="2900">
                <a:solidFill>
                  <a:srgbClr val="38761D"/>
                </a:solidFill>
                <a:latin typeface="Overpass"/>
                <a:ea typeface="Overpass"/>
                <a:cs typeface="Overpass"/>
                <a:sym typeface="Overpass"/>
              </a:rPr>
              <a:t>@</a:t>
            </a: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some_decorator</a:t>
            </a:r>
            <a:endParaRPr sz="2900">
              <a:solidFill>
                <a:srgbClr val="38761D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def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99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simple_func():</a:t>
            </a:r>
            <a:endParaRPr sz="2900">
              <a:solidFill>
                <a:srgbClr val="99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#: 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Do simple stuff</a:t>
            </a:r>
            <a:endParaRPr sz="2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return something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2" name="Google Shape;112;p2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3" name="Google Shape;113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idea is pretty abstract in practice with Python syntax, so we will go through the steps of manually building out a decorator ourselves, to show what 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@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operator is doing behind the scenes.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0" name="Google Shape;120;p2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1" name="Google Shape;121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Keep in mind you won’t encounter decorators in basic Python code.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They are common to encounter when working with Web Frameworks, such as Django or Flask.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8" name="Google Shape;128;p2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9" name="Google Shape;129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GUI Example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" name="Google Shape;135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136" name="Google Shape;136;p2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7" name="Google Shape;137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" name="Google Shape;143;p2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4" name="Google Shape;144;p2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5" name="Google Shape;145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