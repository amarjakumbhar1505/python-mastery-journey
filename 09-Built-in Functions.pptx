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11" Type="http://schemas.openxmlformats.org/officeDocument/2006/relationships/slide" Target="slides/slide7.xml"/><Relationship Id="rId22" Type="http://schemas.openxmlformats.org/officeDocument/2006/relationships/font" Target="fonts/SourceCodePro-italic.fntdata"/><Relationship Id="rId10" Type="http://schemas.openxmlformats.org/officeDocument/2006/relationships/slide" Target="slides/slide6.xml"/><Relationship Id="rId21" Type="http://schemas.openxmlformats.org/officeDocument/2006/relationships/font" Target="fonts/SourceCode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bcd33a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bcd33a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bcd33ad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bcd33ad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bcd33ad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bcd33a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8d8553be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8d8553be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8d8553b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8d8553b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Section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text font is Montserrat at 29 font.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Feel free to play around with spacing or font size as long as slides retain the same uniform feel.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>
            <a:stCxn id="78" idx="2"/>
          </p:cNvCxnSpPr>
          <p:nvPr/>
        </p:nvCxnSpPr>
        <p:spPr>
          <a:xfrm rot="10800000">
            <a:off x="6922625" y="496988"/>
            <a:ext cx="0" cy="4098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440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for shapes or figures should be the default Google slide colors on level “Light 1”.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868675" y="4065488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Inputs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964125" y="2567363"/>
            <a:ext cx="2016000" cy="5295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Hidden 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04775" y="1011863"/>
            <a:ext cx="4107900" cy="5295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Outputs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Code should be written in Source Code Pro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1" name="Google Shape;91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2" name="Google Shape;92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 Highlighting is encouraged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9" name="Google Shape;99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0" name="Google Shape;100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 used should be defaults on Dark 1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7" name="Google Shape;107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8" name="Google Shape;108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Also nice to use boxes to highlight features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1==2: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	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print(“Woah”)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elif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99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1==1:</a:t>
            </a:r>
            <a:endParaRPr sz="2900">
              <a:solidFill>
                <a:srgbClr val="99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print(“One is equal to One”)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else:</a:t>
            </a: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2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</a:t>
            </a: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print(“Everything Normal”)</a:t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1750075" y="1910150"/>
            <a:ext cx="1867500" cy="459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ctrTitle"/>
          </p:nvPr>
        </p:nvSpPr>
        <p:spPr>
          <a:xfrm>
            <a:off x="311700" y="1459875"/>
            <a:ext cx="85206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Lecture 2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4" name="Google Shape;124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Deep Learning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First slide of lecture 2.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1" name="Google Shape;131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Example Simple Autoencoder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8" name="Google Shape;138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9" name="Google Shape;139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/>
          <p:nvPr/>
        </p:nvSpPr>
        <p:spPr>
          <a:xfrm>
            <a:off x="1286750" y="1823475"/>
            <a:ext cx="2008500" cy="19035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1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659125" y="2176125"/>
            <a:ext cx="2099700" cy="11982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Box 2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